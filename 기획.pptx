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2" d="100"/>
          <a:sy n="72" d="100"/>
        </p:scale>
        <p:origin x="79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AF821A-40A2-374B-79B1-F333256FBE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C5FA65D-6E58-D68E-86EE-3AB825EA5F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626E8D-8697-A737-D4E2-092EDDC62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B2CD7-1D02-4F95-AC7E-28E06A73A4DB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4ADDAD-23AA-5BE1-7797-A6F881B47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E78651-0113-3187-E179-A05E2F403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76DEA-A2B4-4ECB-840B-D2C5E6FA1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8982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D222BF-D240-FAEF-0E20-4798F903C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FDF974-1342-B5C5-577A-89F94BCB4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18FF27-376D-F9AF-4F90-695F94DF7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B2CD7-1D02-4F95-AC7E-28E06A73A4DB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7C3E2F-D109-96D3-3009-E5751F397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77F950-9999-67C3-8853-991AFFF3B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76DEA-A2B4-4ECB-840B-D2C5E6FA1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607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FD7CAB-44B4-D23A-54B2-EED02A29A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B600E1-082B-F20D-2DBF-718CA4909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197250-2858-CD40-0E3E-2FA1526EC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B2CD7-1D02-4F95-AC7E-28E06A73A4DB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20F436-8D2E-1C07-29E9-57FFBEDEF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95D374-D433-A09E-D573-6294472AE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76DEA-A2B4-4ECB-840B-D2C5E6FA1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5598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299E0E-6E2C-52A8-9606-12E0C7F0D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5619A3-68FE-9FB7-F96E-D58CFC6AC3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EF866AD-5213-F3A9-8360-9AE541C6D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AB74D01-A29F-53A6-8B0A-ED15B4EB2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B2CD7-1D02-4F95-AC7E-28E06A73A4DB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719706-B934-98A3-EECC-DAB8C34D5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F9358EF-0868-589F-3BC4-4F521C91E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76DEA-A2B4-4ECB-840B-D2C5E6FA1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8937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E00A7D-5FE8-8513-D1B1-EA2A8C2F6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4034A5-0BAA-A011-7AEF-83A45FEFB6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726B379-4840-F8E2-0035-D836F41D06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0297E1F-47A7-D48B-6FB0-7BE75CFAD7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0FA1F86-8780-E02D-A0E6-85D9BAD127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E440241-B541-C417-C2A2-2E2294F97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B2CD7-1D02-4F95-AC7E-28E06A73A4DB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DF71918-A2AD-04A0-F5A4-1E9C51B99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D4FC770-C671-CFD7-2D48-7DA4711C5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76DEA-A2B4-4ECB-840B-D2C5E6FA1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2568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165891-E7A5-4F7A-F2F3-72E5BBB2A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DF5A2D2-5BE8-6938-A582-25618E8A5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B2CD7-1D02-4F95-AC7E-28E06A73A4DB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15B76BD-EE6A-6A59-478F-33552B810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5F145E1-0AEC-1202-B7B9-2527759DF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76DEA-A2B4-4ECB-840B-D2C5E6FA1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1135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F60096D-4A14-04FD-FB7A-15F1F7296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B2CD7-1D02-4F95-AC7E-28E06A73A4DB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C09D870-D64E-2470-55B6-3D49D4F7D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679401-FED3-7E93-DF5C-3007F2264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76DEA-A2B4-4ECB-840B-D2C5E6FA1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5288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7F01AC-81C7-91DB-C70C-84985528F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27E995-2214-2020-612F-90B7DE7CB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DA69A3B-FE87-3D3D-47F8-5EA64220A8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E9EC40F-D5FE-AC49-5DB6-B173B335D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B2CD7-1D02-4F95-AC7E-28E06A73A4DB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93FAAB-37B6-1A31-F816-F0840E503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97AF4DB-8823-4A99-3875-35227AD52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76DEA-A2B4-4ECB-840B-D2C5E6FA1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4730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79CE49-7DD0-9131-4BEC-BE68F326E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4606E6B-43A7-844C-ADA0-7218275EF3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8C52853-2B96-CE00-071D-07871A6FB3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EAEB2DB-07C6-1360-1672-B0CF3F8C3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B2CD7-1D02-4F95-AC7E-28E06A73A4DB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63A9FFE-A835-F8F5-044A-D8B26B99F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2AFC362-AB13-6324-B845-2335F4C4C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76DEA-A2B4-4ECB-840B-D2C5E6FA1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399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22AF3C-4EB4-BCAA-41BC-D96F85B1B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E3DF93C-146C-D88F-70C9-36DC38A3BD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D6219B-DB03-7417-CF94-C98E7050D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B2CD7-1D02-4F95-AC7E-28E06A73A4DB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8D5377-2718-5648-86D6-9D1B15AF3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C16CBE-0BF8-003F-B6E9-7ABEBB746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76DEA-A2B4-4ECB-840B-D2C5E6FA1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9258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4B178D1-2ACB-DE79-DFBF-FC056438B5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089166F-627F-79C4-63A1-C0E09D30E1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5DFF1A-9E71-A37D-5DB6-F2E29A7D0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B2CD7-1D02-4F95-AC7E-28E06A73A4DB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D6F4F8-F0A2-786B-0C27-FF63EC9FA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65D723-B758-ABDE-E987-3E17A2FAA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76DEA-A2B4-4ECB-840B-D2C5E6FA1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8699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3AC0EE7-1BA0-ADE8-E8BF-33C0A18C2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A052216-4862-AE4C-B951-879BFA91C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61100B-ABD1-3293-45DE-7ACD466C39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5B2CD7-1D02-4F95-AC7E-28E06A73A4DB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505F0A-2F6B-9D38-B132-6FCC764DF2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CC12E2-451A-91EF-D830-F07DE26294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376DEA-A2B4-4ECB-840B-D2C5E6FA1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5033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6E5B8B-810A-64FE-9DF7-C6A4E8626D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6F8653F-7D56-A2F5-15A5-508BD9083C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8458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0208 zyx</dc:creator>
  <cp:lastModifiedBy>0208 zyx</cp:lastModifiedBy>
  <cp:revision>1</cp:revision>
  <dcterms:created xsi:type="dcterms:W3CDTF">2026-01-12T17:05:02Z</dcterms:created>
  <dcterms:modified xsi:type="dcterms:W3CDTF">2026-01-12T17:05:19Z</dcterms:modified>
</cp:coreProperties>
</file>