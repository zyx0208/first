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악세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808"/>
            <a:ext cx="10515600" cy="4351338"/>
          </a:xfrm>
        </p:spPr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030025"/>
              </p:ext>
            </p:extLst>
          </p:nvPr>
        </p:nvGraphicFramePr>
        <p:xfrm>
          <a:off x="118395" y="2670549"/>
          <a:ext cx="11955209" cy="4145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86616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1724088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2246122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6598383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캐릭터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 b="0"/>
                        <a:t>WeaponBase</a:t>
                      </a:r>
                      <a:endParaRPr lang="ko-KR" altLang="en-US" sz="1400" b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장검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LongswordBase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무사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Knight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수호자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Guardian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활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BowBase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장궁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Longbow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단궁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Shortbow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스태프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MageBase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백마법사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Whitemage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단검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ShortswordBase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암살자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Assassin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투척수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Thrower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94268-71D3-04E2-ACBD-1EDC90C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무기 밸런스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8D341AF-F096-A924-5EBE-54CA720F56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537281"/>
              </p:ext>
            </p:extLst>
          </p:nvPr>
        </p:nvGraphicFramePr>
        <p:xfrm>
          <a:off x="80968" y="2292625"/>
          <a:ext cx="10166075" cy="43647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169210629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724777920"/>
                    </a:ext>
                  </a:extLst>
                </a:gridCol>
              </a:tblGrid>
              <a:tr h="476755">
                <a:tc>
                  <a:txBody>
                    <a:bodyPr/>
                    <a:lstStyle/>
                    <a:p>
                      <a:pPr algn="ctr" latinLnBrk="1"/>
                      <a:endParaRPr lang="ko-KR" altLang="en-US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체력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쿨타임 계수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536201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5507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088D34-CF70-B630-0CA7-D60E27451899}"/>
              </a:ext>
            </a:extLst>
          </p:cNvPr>
          <p:cNvSpPr txBox="1"/>
          <p:nvPr/>
        </p:nvSpPr>
        <p:spPr>
          <a:xfrm>
            <a:off x="528610" y="1437658"/>
            <a:ext cx="11134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무기 밸런스는 상대값으로 나타낸 값이며</a:t>
            </a:r>
            <a:r>
              <a:rPr lang="en-US" altLang="ko-KR"/>
              <a:t>, </a:t>
            </a:r>
            <a:r>
              <a:rPr lang="ko-KR" altLang="en-US"/>
              <a:t>실체험 후 정확한 수치로 변경할 예정</a:t>
            </a:r>
            <a:r>
              <a:rPr lang="en-US" altLang="ko-KR"/>
              <a:t>(</a:t>
            </a:r>
            <a:r>
              <a:rPr lang="ko-KR" altLang="en-US"/>
              <a:t>높을수록 이득이 되는 값</a:t>
            </a:r>
            <a:r>
              <a:rPr lang="en-US" altLang="ko-KR"/>
              <a:t>)</a:t>
            </a:r>
          </a:p>
          <a:p>
            <a:r>
              <a:rPr lang="ko-KR" altLang="en-US"/>
              <a:t>곱연산을 통해 최종 값에 영향을 미침</a:t>
            </a:r>
          </a:p>
        </p:txBody>
      </p:sp>
    </p:spTree>
    <p:extLst>
      <p:ext uri="{BB962C8B-B14F-4D97-AF65-F5344CB8AC3E}">
        <p14:creationId xmlns:p14="http://schemas.microsoft.com/office/powerpoint/2010/main" val="3642879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D3AD3-3838-D7F1-7F3A-F307DC60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9C8AD-F93B-BD97-EF71-5681E3D4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191" y="1289917"/>
            <a:ext cx="5999922" cy="5202958"/>
          </a:xfrm>
        </p:spPr>
        <p:txBody>
          <a:bodyPr>
            <a:normAutofit fontScale="85000" lnSpcReduction="10000"/>
          </a:bodyPr>
          <a:lstStyle/>
          <a:p>
            <a:r>
              <a:rPr lang="ko-KR" altLang="en-US"/>
              <a:t>스킬은 기본적으로 파밍 혹은 제작으로 얻을 수 있음</a:t>
            </a:r>
            <a:endParaRPr lang="en-US" altLang="ko-KR"/>
          </a:p>
          <a:p>
            <a:r>
              <a:rPr lang="ko-KR" altLang="en-US"/>
              <a:t>스킬은 평타스킬과 일반스킬로 분류</a:t>
            </a:r>
            <a:endParaRPr lang="en-US" altLang="ko-KR"/>
          </a:p>
          <a:p>
            <a:r>
              <a:rPr lang="ko-KR" altLang="en-US"/>
              <a:t>일정 레벨마다 스킬 칸이 한개씩 해방</a:t>
            </a:r>
            <a:r>
              <a:rPr lang="en-US" altLang="ko-KR"/>
              <a:t>(</a:t>
            </a:r>
            <a:r>
              <a:rPr lang="ko-KR" altLang="en-US"/>
              <a:t>처음에는 평타 제외 </a:t>
            </a:r>
            <a:r>
              <a:rPr lang="en-US" altLang="ko-KR"/>
              <a:t>1</a:t>
            </a:r>
            <a:r>
              <a:rPr lang="ko-KR" altLang="en-US"/>
              <a:t>개만 착용 가능 </a:t>
            </a:r>
            <a:r>
              <a:rPr lang="en-US" altLang="ko-KR"/>
              <a:t>/ </a:t>
            </a:r>
            <a:r>
              <a:rPr lang="ko-KR" altLang="en-US"/>
              <a:t>평타 제외 최대 </a:t>
            </a:r>
            <a:r>
              <a:rPr lang="en-US" altLang="ko-KR"/>
              <a:t>3</a:t>
            </a:r>
            <a:r>
              <a:rPr lang="ko-KR" altLang="en-US"/>
              <a:t>칸</a:t>
            </a:r>
            <a:r>
              <a:rPr lang="en-US" altLang="ko-KR"/>
              <a:t>)</a:t>
            </a:r>
          </a:p>
          <a:p>
            <a:r>
              <a:rPr lang="ko-KR" altLang="en-US"/>
              <a:t>스킬은 최대 </a:t>
            </a:r>
            <a:r>
              <a:rPr lang="en-US" altLang="ko-KR"/>
              <a:t>4</a:t>
            </a:r>
            <a:r>
              <a:rPr lang="ko-KR" altLang="en-US"/>
              <a:t>개 존재하며 </a:t>
            </a:r>
            <a:r>
              <a:rPr lang="en-US" altLang="ko-KR"/>
              <a:t>UI</a:t>
            </a:r>
            <a:r>
              <a:rPr lang="ko-KR" altLang="en-US"/>
              <a:t>를 통해 장착 혹은 교체를 할 수 있음</a:t>
            </a:r>
            <a:endParaRPr lang="en-US" altLang="ko-KR"/>
          </a:p>
          <a:p>
            <a:r>
              <a:rPr lang="ko-KR" altLang="en-US"/>
              <a:t>캐릭터의 레벨이 오를때마다 스킬 칸을 강화할 수 있음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r>
              <a:rPr lang="ko-KR" altLang="en-US"/>
              <a:t>평타스킬은 기본적으로 </a:t>
            </a:r>
            <a:r>
              <a:rPr lang="en-US" altLang="ko-KR"/>
              <a:t>1</a:t>
            </a:r>
            <a:r>
              <a:rPr lang="ko-KR" altLang="en-US"/>
              <a:t>초의 쿨타임</a:t>
            </a:r>
            <a:r>
              <a:rPr lang="en-US" altLang="ko-KR"/>
              <a:t>, </a:t>
            </a:r>
            <a:r>
              <a:rPr lang="ko-KR" altLang="en-US"/>
              <a:t>나머지 스킬들은 </a:t>
            </a:r>
            <a:r>
              <a:rPr lang="en-US" altLang="ko-KR"/>
              <a:t>10</a:t>
            </a:r>
            <a:r>
              <a:rPr lang="ko-KR" altLang="en-US"/>
              <a:t>초의 쿨타임을 가짐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※1</a:t>
            </a:r>
            <a:r>
              <a:rPr lang="ko-KR" altLang="en-US"/>
              <a:t>인 개발이라 애니메이션 제작에 어려움이 있어</a:t>
            </a:r>
            <a:r>
              <a:rPr lang="en-US" altLang="ko-KR"/>
              <a:t>, </a:t>
            </a:r>
            <a:r>
              <a:rPr lang="ko-KR" altLang="en-US"/>
              <a:t>스킬 구현은 하드코딩으로 대체</a:t>
            </a:r>
            <a:endParaRPr lang="en-US" altLang="ko-KR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BE9D86-E276-7DF5-0463-DD79A7550FFA}"/>
              </a:ext>
            </a:extLst>
          </p:cNvPr>
          <p:cNvSpPr/>
          <p:nvPr/>
        </p:nvSpPr>
        <p:spPr>
          <a:xfrm>
            <a:off x="7076660" y="496741"/>
            <a:ext cx="4823792" cy="58645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2882D6-7B29-954E-116E-20319079D7CC}"/>
              </a:ext>
            </a:extLst>
          </p:cNvPr>
          <p:cNvSpPr/>
          <p:nvPr/>
        </p:nvSpPr>
        <p:spPr>
          <a:xfrm>
            <a:off x="7502387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S1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F2E769-D845-6D52-744B-31BDFAEFA19D}"/>
              </a:ext>
            </a:extLst>
          </p:cNvPr>
          <p:cNvSpPr/>
          <p:nvPr/>
        </p:nvSpPr>
        <p:spPr>
          <a:xfrm>
            <a:off x="9163879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S2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FD3027-ED17-69C1-984E-FD600058C03E}"/>
              </a:ext>
            </a:extLst>
          </p:cNvPr>
          <p:cNvSpPr/>
          <p:nvPr/>
        </p:nvSpPr>
        <p:spPr>
          <a:xfrm>
            <a:off x="9998765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S3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AB001-69E4-7CB2-BF44-84E678C1C60B}"/>
              </a:ext>
            </a:extLst>
          </p:cNvPr>
          <p:cNvSpPr/>
          <p:nvPr/>
        </p:nvSpPr>
        <p:spPr>
          <a:xfrm>
            <a:off x="10807146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S4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6DDB50-44DB-5273-8CEE-84ADC54CF25C}"/>
              </a:ext>
            </a:extLst>
          </p:cNvPr>
          <p:cNvSpPr/>
          <p:nvPr/>
        </p:nvSpPr>
        <p:spPr>
          <a:xfrm>
            <a:off x="7502386" y="2108347"/>
            <a:ext cx="3851413" cy="37358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스킬 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0999D8-FB5B-7AC8-3BC0-81896CCB99F9}"/>
              </a:ext>
            </a:extLst>
          </p:cNvPr>
          <p:cNvSpPr/>
          <p:nvPr/>
        </p:nvSpPr>
        <p:spPr>
          <a:xfrm>
            <a:off x="750238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92EDAD-6834-9AE5-055F-FF7343400BD9}"/>
              </a:ext>
            </a:extLst>
          </p:cNvPr>
          <p:cNvSpPr/>
          <p:nvPr/>
        </p:nvSpPr>
        <p:spPr>
          <a:xfrm>
            <a:off x="9129918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1C4D75-53D9-565C-D8A2-4E499CD97F0F}"/>
              </a:ext>
            </a:extLst>
          </p:cNvPr>
          <p:cNvSpPr/>
          <p:nvPr/>
        </p:nvSpPr>
        <p:spPr>
          <a:xfrm>
            <a:off x="9998765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B6976F1-2611-8C2A-A7D3-570B841E1FC4}"/>
              </a:ext>
            </a:extLst>
          </p:cNvPr>
          <p:cNvSpPr/>
          <p:nvPr/>
        </p:nvSpPr>
        <p:spPr>
          <a:xfrm>
            <a:off x="1080714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해제</a:t>
            </a:r>
          </a:p>
        </p:txBody>
      </p:sp>
    </p:spTree>
    <p:extLst>
      <p:ext uri="{BB962C8B-B14F-4D97-AF65-F5344CB8AC3E}">
        <p14:creationId xmlns:p14="http://schemas.microsoft.com/office/powerpoint/2010/main" val="14351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40376-F9CD-8822-32D6-95D3DCF9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레벨</a:t>
            </a:r>
            <a:r>
              <a:rPr lang="en-US" altLang="ko-KR"/>
              <a:t>(</a:t>
            </a:r>
            <a:r>
              <a:rPr lang="ko-KR" altLang="en-US"/>
              <a:t>성장</a:t>
            </a:r>
            <a:r>
              <a:rPr lang="en-US" altLang="ko-KR"/>
              <a:t>)</a:t>
            </a:r>
            <a:r>
              <a:rPr lang="ko-KR" altLang="en-US"/>
              <a:t>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9E72-99A0-04ED-8E35-598518102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en-US"/>
              <a:t>캐릭터가 레벨이 오를 때 마다 스텟 증가 및 스킬 강화 기회를 얻음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증가</a:t>
            </a:r>
            <a:r>
              <a:rPr lang="en-US" altLang="ko-KR"/>
              <a:t>(</a:t>
            </a:r>
            <a:r>
              <a:rPr lang="ko-KR" altLang="en-US"/>
              <a:t>직업과 무관하게 증가</a:t>
            </a:r>
            <a:r>
              <a:rPr lang="en-US" altLang="ko-KR"/>
              <a:t>)</a:t>
            </a:r>
          </a:p>
          <a:p>
            <a:r>
              <a:rPr lang="ko-KR" altLang="en-US"/>
              <a:t>스킬 강화는 스킬 장착 칸을 강화하는 기능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]</a:t>
            </a:r>
            <a:r>
              <a:rPr lang="ko-KR" altLang="en-US"/>
              <a:t>은 최대치가 없지만</a:t>
            </a:r>
            <a:r>
              <a:rPr lang="en-US" altLang="ko-KR"/>
              <a:t>, [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</a:t>
            </a:r>
            <a:r>
              <a:rPr lang="en-US" altLang="ko-KR"/>
              <a:t>50</a:t>
            </a:r>
            <a:r>
              <a:rPr lang="ko-KR" altLang="en-US"/>
              <a:t>이 최대</a:t>
            </a:r>
            <a:r>
              <a:rPr lang="en-US" altLang="ko-KR"/>
              <a:t>(</a:t>
            </a:r>
            <a:r>
              <a:rPr lang="ko-KR" altLang="en-US"/>
              <a:t>퍼센트</a:t>
            </a:r>
            <a:r>
              <a:rPr lang="en-US" altLang="ko-KR"/>
              <a:t>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A7BB83-15A6-7BE1-5F59-82263C47D0A9}"/>
              </a:ext>
            </a:extLst>
          </p:cNvPr>
          <p:cNvGrpSpPr/>
          <p:nvPr/>
        </p:nvGrpSpPr>
        <p:grpSpPr>
          <a:xfrm>
            <a:off x="9099611" y="19099"/>
            <a:ext cx="3010429" cy="1671589"/>
            <a:chOff x="6725027" y="3705103"/>
            <a:chExt cx="5340626" cy="3060389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C2278D3-BFDB-9664-F4FA-C4E98031F1FB}"/>
                </a:ext>
              </a:extLst>
            </p:cNvPr>
            <p:cNvSpPr/>
            <p:nvPr/>
          </p:nvSpPr>
          <p:spPr>
            <a:xfrm>
              <a:off x="6725027" y="3705103"/>
              <a:ext cx="5340626" cy="3060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0351CC-F18F-B1F0-9DE3-ACC50D4DECC2}"/>
                </a:ext>
              </a:extLst>
            </p:cNvPr>
            <p:cNvSpPr/>
            <p:nvPr/>
          </p:nvSpPr>
          <p:spPr>
            <a:xfrm>
              <a:off x="6877427" y="3857503"/>
              <a:ext cx="1530627" cy="137736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웃는 얼굴 6">
              <a:extLst>
                <a:ext uri="{FF2B5EF4-FFF2-40B4-BE49-F238E27FC236}">
                  <a16:creationId xmlns:a16="http://schemas.microsoft.com/office/drawing/2014/main" id="{FEB7EF0A-249C-D9B4-FB25-9A84337790E4}"/>
                </a:ext>
              </a:extLst>
            </p:cNvPr>
            <p:cNvSpPr/>
            <p:nvPr/>
          </p:nvSpPr>
          <p:spPr>
            <a:xfrm>
              <a:off x="7026514" y="3929958"/>
              <a:ext cx="1232452" cy="1232452"/>
            </a:xfrm>
            <a:prstGeom prst="smileyFac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FA8B3E9-941F-401C-1CBF-0E6A57904BAF}"/>
                </a:ext>
              </a:extLst>
            </p:cNvPr>
            <p:cNvSpPr/>
            <p:nvPr/>
          </p:nvSpPr>
          <p:spPr>
            <a:xfrm>
              <a:off x="6927122" y="5297347"/>
              <a:ext cx="1431235" cy="32424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직업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95961AF-3FD2-BE01-998A-5B80DF7E5638}"/>
                </a:ext>
              </a:extLst>
            </p:cNvPr>
            <p:cNvSpPr/>
            <p:nvPr/>
          </p:nvSpPr>
          <p:spPr>
            <a:xfrm>
              <a:off x="6927122" y="5756531"/>
              <a:ext cx="1431235" cy="78961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스텟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42BA6F1-BC92-F7A4-E35F-699E0F94A76D}"/>
                </a:ext>
              </a:extLst>
            </p:cNvPr>
            <p:cNvSpPr/>
            <p:nvPr/>
          </p:nvSpPr>
          <p:spPr>
            <a:xfrm>
              <a:off x="8618432" y="3857503"/>
              <a:ext cx="3286539" cy="237213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인벤토리</a:t>
              </a: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A8901A3-104F-B82D-4FB9-54F4D3CC33C9}"/>
                </a:ext>
              </a:extLst>
            </p:cNvPr>
            <p:cNvSpPr/>
            <p:nvPr/>
          </p:nvSpPr>
          <p:spPr>
            <a:xfrm>
              <a:off x="8618432" y="6334796"/>
              <a:ext cx="3286539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퀵슬롯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2610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260BF-4728-E58B-0041-F65AE9F1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E1059-5DE0-7D5D-8B4E-AD990E8B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무기는 강화만 가능하며</a:t>
            </a:r>
            <a:r>
              <a:rPr lang="en-US" altLang="ko-KR"/>
              <a:t>, [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가 증가</a:t>
            </a:r>
            <a:endParaRPr lang="en-US" altLang="ko-KR"/>
          </a:p>
          <a:p>
            <a:r>
              <a:rPr lang="ko-KR" altLang="en-US"/>
              <a:t>액세서리는 강화가 불가능하며</a:t>
            </a:r>
            <a:r>
              <a:rPr lang="en-US" altLang="ko-KR"/>
              <a:t>, </a:t>
            </a:r>
            <a:r>
              <a:rPr lang="ko-KR" altLang="en-US"/>
              <a:t>파밍으로만 얻거나 일부 제작 가능함</a:t>
            </a:r>
            <a:r>
              <a:rPr lang="en-US" altLang="ko-KR"/>
              <a:t>. 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들을 올려주기도 하며</a:t>
            </a:r>
            <a:r>
              <a:rPr lang="en-US" altLang="ko-KR"/>
              <a:t>, </a:t>
            </a:r>
            <a:r>
              <a:rPr lang="ko-KR" altLang="en-US"/>
              <a:t>특수 효과를 지닌 효과들도 존재</a:t>
            </a:r>
          </a:p>
        </p:txBody>
      </p:sp>
    </p:spTree>
    <p:extLst>
      <p:ext uri="{BB962C8B-B14F-4D97-AF65-F5344CB8AC3E}">
        <p14:creationId xmlns:p14="http://schemas.microsoft.com/office/powerpoint/2010/main" val="713031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21767-0C3F-6334-08AD-AB3D9DCB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아이템</a:t>
            </a:r>
          </a:p>
        </p:txBody>
      </p:sp>
    </p:spTree>
    <p:extLst>
      <p:ext uri="{BB962C8B-B14F-4D97-AF65-F5344CB8AC3E}">
        <p14:creationId xmlns:p14="http://schemas.microsoft.com/office/powerpoint/2010/main" val="3447515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472</Words>
  <Application>Microsoft Office PowerPoint</Application>
  <PresentationFormat>와이드스크린</PresentationFormat>
  <Paragraphs>125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  <vt:lpstr>무기 밸런스</vt:lpstr>
      <vt:lpstr>스킬</vt:lpstr>
      <vt:lpstr>레벨(성장) 시스템</vt:lpstr>
      <vt:lpstr>장비</vt:lpstr>
      <vt:lpstr>아이템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36</cp:revision>
  <dcterms:created xsi:type="dcterms:W3CDTF">2026-01-12T17:05:02Z</dcterms:created>
  <dcterms:modified xsi:type="dcterms:W3CDTF">2026-01-22T21:16:49Z</dcterms:modified>
</cp:coreProperties>
</file>